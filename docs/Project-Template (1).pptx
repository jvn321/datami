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83" r:id="rId5"/>
    <p:sldId id="259" r:id="rId6"/>
    <p:sldId id="260" r:id="rId7"/>
    <p:sldId id="280" r:id="rId8"/>
    <p:sldId id="28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00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31CE-A9B6-62AC-EF59-8E0A14AC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E3DD4-699A-508F-1BA4-5874B4EBF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30C47-3BD7-CF77-F50F-A66FED5B3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9EA8F-45F2-259F-E154-BB45805FB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82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38131"/>
            <a:ext cx="1737360" cy="9867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b="1" dirty="0"/>
              <a:t>[PROJECT NAME]</a:t>
            </a:r>
            <a:br>
              <a:rPr lang="en-IN" sz="2800" dirty="0"/>
            </a:br>
            <a:r>
              <a:rPr lang="en-IN" sz="2800" b="1" dirty="0"/>
              <a:t>[One-line description of the project]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dirty="0"/>
              <a:t>[Review Name – e.g., Second Interim Review]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600" b="1" dirty="0"/>
              <a:t>[Date]</a:t>
            </a:r>
            <a:endParaRPr lang="en-IN" sz="1600" dirty="0"/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b="1" dirty="0"/>
              <a:t>Guide</a:t>
            </a:r>
            <a:br>
              <a:rPr lang="en-IN" sz="1400" dirty="0"/>
            </a:br>
            <a:r>
              <a:rPr lang="en-IN" sz="1400" dirty="0"/>
              <a:t>[Guide Name]</a:t>
            </a:r>
            <a:br>
              <a:rPr lang="en-IN" sz="1400" dirty="0"/>
            </a:br>
            <a:r>
              <a:rPr lang="en-IN" sz="1400" dirty="0"/>
              <a:t>[Designation]</a:t>
            </a:r>
            <a:br>
              <a:rPr lang="en-IN" sz="1400" dirty="0"/>
            </a:br>
            <a:r>
              <a:rPr lang="en-IN" sz="1400" dirty="0"/>
              <a:t>[Department]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566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IN" sz="1400" b="1" dirty="0"/>
              <a:t>Team Members (Group: [X])</a:t>
            </a:r>
            <a:br>
              <a:rPr lang="en-IN" sz="1400" dirty="0"/>
            </a:br>
            <a:r>
              <a:rPr lang="en-IN" sz="1400" dirty="0"/>
              <a:t>[Member 1] ([Roll No.])</a:t>
            </a:r>
            <a:br>
              <a:rPr lang="en-IN" sz="1400" dirty="0"/>
            </a:br>
            <a:r>
              <a:rPr lang="en-IN" sz="1400" dirty="0"/>
              <a:t>[Member 2] ([Roll No.])</a:t>
            </a:r>
            <a:br>
              <a:rPr lang="en-IN" sz="1400" dirty="0"/>
            </a:br>
            <a:r>
              <a:rPr lang="en-IN" sz="1400" dirty="0"/>
              <a:t>[Member 3] ([Roll No.])</a:t>
            </a:r>
            <a:br>
              <a:rPr lang="en-IN" sz="1400" dirty="0"/>
            </a:br>
            <a:r>
              <a:rPr lang="en-IN" sz="1400" dirty="0"/>
              <a:t>[Member 4] ([Roll No.])</a:t>
            </a:r>
          </a:p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NAME], Dept of AI and DS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Existing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Proposed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S/W and H/W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15494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Core Techniques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 No]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5969E-7195-E39A-F075-F15E5885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
            <a:extLst>
              <a:ext uri="{FF2B5EF4-FFF2-40B4-BE49-F238E27FC236}">
                <a16:creationId xmlns:a16="http://schemas.microsoft.com/office/drawing/2014/main" id="{5F68FBFB-B8B3-E38A-726B-92A84A092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892B907-E74F-4C4E-9043-F7F8185B6191}"/>
              </a:ext>
            </a:extLst>
          </p:cNvPr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5672C09-1C22-998E-370A-9B946A01AEB3}"/>
              </a:ext>
            </a:extLst>
          </p:cNvPr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74D1739-7EB2-5D64-3CA4-CE57D273F52C}"/>
              </a:ext>
            </a:extLst>
          </p:cNvPr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D4275B1-DAFD-C2B6-2E5F-7B67A57B8A01}"/>
              </a:ext>
            </a:extLst>
          </p:cNvPr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9452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■"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8694"/>
            <a:ext cx="1005840" cy="57129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4677156"/>
            <a:ext cx="9144000" cy="46634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74320" y="4677156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NAME], Dept of AI and 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677156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344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218</Words>
  <Application>Microsoft Office PowerPoint</Application>
  <PresentationFormat>On-screen Show (16:9)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Jerrin Joseph</cp:lastModifiedBy>
  <cp:revision>3</cp:revision>
  <dcterms:created xsi:type="dcterms:W3CDTF">2026-10-01T06:52:13Z</dcterms:created>
  <dcterms:modified xsi:type="dcterms:W3CDTF">2026-10-02T02:51:54Z</dcterms:modified>
</cp:coreProperties>
</file>